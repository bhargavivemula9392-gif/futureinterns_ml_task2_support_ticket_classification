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Ticket Classification &amp; Prioritization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Interns - Machine Learning Task 2</a:t>
            </a:r>
          </a:p>
          <a:p>
            <a:r>
              <a:t>Bhargavi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machine learning system that:</a:t>
            </a:r>
          </a:p>
          <a:p>
            <a:r>
              <a:t>• Classifies support tickets into categories</a:t>
            </a:r>
          </a:p>
          <a:p>
            <a:r>
              <a:t>• Predicts ticket priority levels</a:t>
            </a:r>
          </a:p>
          <a:p>
            <a:r>
              <a:t>• Helps support teams respond faster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Support Ticket Dataset (Kaggle)</a:t>
            </a:r>
          </a:p>
          <a:p>
            <a:r>
              <a:t>Total Records: 8469</a:t>
            </a:r>
          </a:p>
          <a:p>
            <a:r>
              <a:t>Features: 17 columns</a:t>
            </a:r>
          </a:p>
          <a:p>
            <a:r>
              <a:t>Main fields used:</a:t>
            </a:r>
          </a:p>
          <a:p>
            <a:r>
              <a:t>• Ticket Description</a:t>
            </a:r>
          </a:p>
          <a:p>
            <a:r>
              <a:t>• Ticket Type</a:t>
            </a:r>
          </a:p>
          <a:p>
            <a:r>
              <a:t>• Ticket Priority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Pandas</a:t>
            </a:r>
          </a:p>
          <a:p>
            <a:r>
              <a:t>• NLTK</a:t>
            </a:r>
          </a:p>
          <a:p>
            <a:r>
              <a:t>• Scikit-learn</a:t>
            </a:r>
          </a:p>
          <a:p>
            <a:r>
              <a:t>• TF-IDF Vectorization</a:t>
            </a:r>
          </a:p>
          <a:p>
            <a:r>
              <a:t>• Jupyter Notebook</a:t>
            </a:r>
          </a:p>
          <a:p>
            <a:r>
              <a:t>• Matplotlib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Loading</a:t>
            </a:r>
          </a:p>
          <a:p>
            <a:r>
              <a:t>2. Data Exploration</a:t>
            </a:r>
          </a:p>
          <a:p>
            <a:r>
              <a:t>3. Text Cleaning</a:t>
            </a:r>
          </a:p>
          <a:p>
            <a:r>
              <a:t>4. TF-IDF Vectorization</a:t>
            </a:r>
          </a:p>
          <a:p>
            <a:r>
              <a:t>5. Train/Test Split</a:t>
            </a:r>
          </a:p>
          <a:p>
            <a:r>
              <a:t>6. Model Training</a:t>
            </a:r>
          </a:p>
          <a:p>
            <a:r>
              <a:t>7.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Converted text to lowercase</a:t>
            </a:r>
          </a:p>
          <a:p>
            <a:r>
              <a:t>• Removed special characters</a:t>
            </a:r>
          </a:p>
          <a:p>
            <a:r>
              <a:t>• Cleaned ticket descriptions</a:t>
            </a:r>
          </a:p>
          <a:p>
            <a:r>
              <a:t>• Created features using TF-IDF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 Type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Multinomial Naive Bayes</a:t>
            </a:r>
          </a:p>
          <a:p>
            <a:r>
              <a:t>Target: Ticket Type</a:t>
            </a:r>
          </a:p>
          <a:p>
            <a:r>
              <a:t>Categories:</a:t>
            </a:r>
          </a:p>
          <a:p>
            <a:r>
              <a:t>• Refund Request</a:t>
            </a:r>
          </a:p>
          <a:p>
            <a:r>
              <a:t>• Technical Issue</a:t>
            </a:r>
          </a:p>
          <a:p>
            <a:r>
              <a:t>• Cancellation Request</a:t>
            </a:r>
          </a:p>
          <a:p>
            <a:r>
              <a:t>• Product Inquiry</a:t>
            </a:r>
          </a:p>
          <a:p>
            <a:r>
              <a:t>• Billing Inquiry</a:t>
            </a:r>
          </a:p>
          <a:p>
            <a:r>
              <a:t>Accuracy: 19.42%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Multinomial Naive Bayes</a:t>
            </a:r>
          </a:p>
          <a:p>
            <a:r>
              <a:t>Target: Ticket Priority</a:t>
            </a:r>
          </a:p>
          <a:p>
            <a:r>
              <a:t>Classes:</a:t>
            </a:r>
          </a:p>
          <a:p>
            <a:r>
              <a:t>• Critical</a:t>
            </a:r>
          </a:p>
          <a:p>
            <a:r>
              <a:t>• High</a:t>
            </a:r>
          </a:p>
          <a:p>
            <a:r>
              <a:t>• Medium</a:t>
            </a:r>
          </a:p>
          <a:p>
            <a:r>
              <a:t>• Low</a:t>
            </a:r>
          </a:p>
          <a:p>
            <a:r>
              <a:t>Accuracy: 25.62%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weak relationships between text and labels.</a:t>
            </a:r>
          </a:p>
          <a:p>
            <a:r>
              <a:t>Many similar ticket descriptions belong to different categories.</a:t>
            </a:r>
          </a:p>
          <a:p>
            <a:r>
              <a:t>This limits predictive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built an NLP-based ticket classification pipeline.</a:t>
            </a:r>
          </a:p>
          <a:p>
            <a:r>
              <a:t>• Applied text cleaning and TF-IDF.</a:t>
            </a:r>
          </a:p>
          <a:p>
            <a:r>
              <a:t>• Trained and evaluated ML models.</a:t>
            </a:r>
          </a:p>
          <a:p>
            <a:r>
              <a:t>• Gained practical experience in text classification and support automation.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Interns - ML Task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